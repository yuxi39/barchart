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rt_so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28289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Original manual SVG available at: outputs\chart_given_large.svg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